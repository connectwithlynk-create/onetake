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9de90e36e0475b" /><Relationship Type="http://schemas.openxmlformats.org/officeDocument/2006/relationships/extended-properties" Target="/docProps/app.xml" Id="R58ee59c7b5d84095" /><Relationship Type="http://schemas.openxmlformats.org/officeDocument/2006/relationships/officeDocument" Target="/ppt/presentation.xml" Id="Rcb8d48750f1a49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b58911d904adb"/>
  </p:sldMasterIdLst>
  <p:notesMasterIdLst>
    <p:notesMasterId xmlns:r="http://schemas.openxmlformats.org/officeDocument/2006/relationships" r:id="R001125adbc964b0f"/>
  </p:notesMasterIdLst>
  <p:sldIdLst>
    <p:sldId xmlns:r="http://schemas.openxmlformats.org/officeDocument/2006/relationships" id="256" r:id="Red12b1b87a3c46b3"/>
    <p:sldId xmlns:r="http://schemas.openxmlformats.org/officeDocument/2006/relationships" id="257" r:id="Rf12a551e1c834b45"/>
    <p:sldId xmlns:r="http://schemas.openxmlformats.org/officeDocument/2006/relationships" id="258" r:id="Ra87496fe3495420e"/>
    <p:sldId xmlns:r="http://schemas.openxmlformats.org/officeDocument/2006/relationships" id="259" r:id="Rca678439a1424e25"/>
    <p:sldId xmlns:r="http://schemas.openxmlformats.org/officeDocument/2006/relationships" id="260" r:id="R10f7a1a4417d45ad"/>
    <p:sldId xmlns:r="http://schemas.openxmlformats.org/officeDocument/2006/relationships" id="261" r:id="R69b9f878a5f54308"/>
    <p:sldId xmlns:r="http://schemas.openxmlformats.org/officeDocument/2006/relationships" id="262" r:id="R006228786655425c"/>
    <p:sldId xmlns:r="http://schemas.openxmlformats.org/officeDocument/2006/relationships" id="263" r:id="R78b904a9e0be4fd4"/>
    <p:sldId xmlns:r="http://schemas.openxmlformats.org/officeDocument/2006/relationships" id="264" r:id="Ra8129e4024964f5c"/>
    <p:sldId xmlns:r="http://schemas.openxmlformats.org/officeDocument/2006/relationships" id="265" r:id="R5b114253967249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8d132ed1b34a43" /><Relationship Type="http://schemas.openxmlformats.org/officeDocument/2006/relationships/slideMaster" Target="/ppt/slideMasters/slideMaster1.xml" Id="R8c3b58911d904adb" /><Relationship Type="http://schemas.openxmlformats.org/officeDocument/2006/relationships/notesMaster" Target="/ppt/notesMasters/notesMaster1.xml" Id="R001125adbc964b0f" /><Relationship Type="http://schemas.openxmlformats.org/officeDocument/2006/relationships/presProps" Target="/ppt/presProps.xml" Id="R4b49b05801934d86" /><Relationship Type="http://schemas.openxmlformats.org/officeDocument/2006/relationships/tableStyles" Target="/ppt/tableStyles.xml" Id="R2869a1be33f148b1" /><Relationship Type="http://schemas.openxmlformats.org/officeDocument/2006/relationships/slide" Target="/ppt/slides/slide1.xml" Id="Red12b1b87a3c46b3" /><Relationship Type="http://schemas.openxmlformats.org/officeDocument/2006/relationships/slide" Target="/ppt/slides/slide2.xml" Id="Rf12a551e1c834b45" /><Relationship Type="http://schemas.openxmlformats.org/officeDocument/2006/relationships/slide" Target="/ppt/slides/slide3.xml" Id="Ra87496fe3495420e" /><Relationship Type="http://schemas.openxmlformats.org/officeDocument/2006/relationships/slide" Target="/ppt/slides/slide4.xml" Id="Rca678439a1424e25" /><Relationship Type="http://schemas.openxmlformats.org/officeDocument/2006/relationships/slide" Target="/ppt/slides/slide5.xml" Id="R10f7a1a4417d45ad" /><Relationship Type="http://schemas.openxmlformats.org/officeDocument/2006/relationships/slide" Target="/ppt/slides/slide6.xml" Id="R69b9f878a5f54308" /><Relationship Type="http://schemas.openxmlformats.org/officeDocument/2006/relationships/slide" Target="/ppt/slides/slide7.xml" Id="R006228786655425c" /><Relationship Type="http://schemas.openxmlformats.org/officeDocument/2006/relationships/slide" Target="/ppt/slides/slide8.xml" Id="R78b904a9e0be4fd4" /><Relationship Type="http://schemas.openxmlformats.org/officeDocument/2006/relationships/slide" Target="/ppt/slides/slide9.xml" Id="Ra8129e4024964f5c" /><Relationship Type="http://schemas.openxmlformats.org/officeDocument/2006/relationships/slide" Target="/ppt/slides/slide10.xml" Id="R5b1142539672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4227f13f34d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9315c45004834" /><Relationship Type="http://schemas.openxmlformats.org/officeDocument/2006/relationships/notesMaster" Target="/ppt/notesMasters/notesMaster1.xml" Id="R6f623b42ebc6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3a7a7af264e46" /><Relationship Type="http://schemas.openxmlformats.org/officeDocument/2006/relationships/notesMaster" Target="/ppt/notesMasters/notesMaster1.xml" Id="R73f0880d17d6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bf7adb1f246e0" /><Relationship Type="http://schemas.openxmlformats.org/officeDocument/2006/relationships/notesMaster" Target="/ppt/notesMasters/notesMaster1.xml" Id="Rd3bee2cf2f0c4e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22db58f9844983" /><Relationship Type="http://schemas.openxmlformats.org/officeDocument/2006/relationships/notesMaster" Target="/ppt/notesMasters/notesMaster1.xml" Id="R7f4a7d75922246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bb224fdd14146" /><Relationship Type="http://schemas.openxmlformats.org/officeDocument/2006/relationships/notesMaster" Target="/ppt/notesMasters/notesMaster1.xml" Id="R0b99ba4be4b646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561537c0f4555" /><Relationship Type="http://schemas.openxmlformats.org/officeDocument/2006/relationships/notesMaster" Target="/ppt/notesMasters/notesMaster1.xml" Id="R04f9cae55e49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c1a59dacfa4bb0" /><Relationship Type="http://schemas.openxmlformats.org/officeDocument/2006/relationships/notesMaster" Target="/ppt/notesMasters/notesMaster1.xml" Id="Rf8cf29ddbc98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1668c925242dd" /><Relationship Type="http://schemas.openxmlformats.org/officeDocument/2006/relationships/notesMaster" Target="/ppt/notesMasters/notesMaster1.xml" Id="R8a87cb87c37f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7739cf40d144ab" /><Relationship Type="http://schemas.openxmlformats.org/officeDocument/2006/relationships/notesMaster" Target="/ppt/notesMasters/notesMaster1.xml" Id="R83a1324f4bf24a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d0fb7b192c4b45" /><Relationship Type="http://schemas.openxmlformats.org/officeDocument/2006/relationships/notesMaster" Target="/ppt/notesMasters/notesMaster1.xml" Id="Rb52d8eb6f93f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b2cad746c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201b4845847d8" /><Relationship Type="http://schemas.openxmlformats.org/officeDocument/2006/relationships/slideLayout" Target="/ppt/slideLayouts/slideLayout1.xml" Id="R286183462e2f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6183462e2f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38a23900c4627" /><Relationship Type="http://schemas.openxmlformats.org/officeDocument/2006/relationships/notesSlide" Target="/ppt/notesSlides/notesSlide1.xml" Id="R6a422f610b37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c762865214246" /><Relationship Type="http://schemas.openxmlformats.org/officeDocument/2006/relationships/notesSlide" Target="/ppt/notesSlides/notesSlide2.xml" Id="R4c1d0a5c445e48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8a39708784660" /><Relationship Type="http://schemas.openxmlformats.org/officeDocument/2006/relationships/notesSlide" Target="/ppt/notesSlides/notesSlide3.xml" Id="Rfda9db844ba6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eda334f184671" /><Relationship Type="http://schemas.openxmlformats.org/officeDocument/2006/relationships/notesSlide" Target="/ppt/notesSlides/notesSlide4.xml" Id="R48e44e22dfeb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fdbb622454fb5" /><Relationship Type="http://schemas.openxmlformats.org/officeDocument/2006/relationships/notesSlide" Target="/ppt/notesSlides/notesSlide5.xml" Id="Rf9875687900d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310f1970b45bc" /><Relationship Type="http://schemas.openxmlformats.org/officeDocument/2006/relationships/notesSlide" Target="/ppt/notesSlides/notesSlide6.xml" Id="Rf3d840f76695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da7c0f4804a0f" /><Relationship Type="http://schemas.openxmlformats.org/officeDocument/2006/relationships/notesSlide" Target="/ppt/notesSlides/notesSlide7.xml" Id="R2da73405609b40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7b7b9c988489a" /><Relationship Type="http://schemas.openxmlformats.org/officeDocument/2006/relationships/notesSlide" Target="/ppt/notesSlides/notesSlide8.xml" Id="R34d30e5c2fba47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cec0110bd42a5" /><Relationship Type="http://schemas.openxmlformats.org/officeDocument/2006/relationships/notesSlide" Target="/ppt/notesSlides/notesSlide9.xml" Id="R4dc1833ebd3a4f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2c7151c5448ea" /><Relationship Type="http://schemas.openxmlformats.org/officeDocument/2006/relationships/notesSlide" Target="/ppt/notesSlides/notesSlide10.xml" Id="R6a8ebf4e4bcd40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AFB8B-CC78-49B2-BCF0-6920A835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090B"/>
                </a:solidFill>
              </a:defRPr>
            </a:pPr>
            <a:r>
              <a:rPr sz="1350" b="1">
                <a:solidFill>
                  <a:srgbClr val="09090B"/>
                </a:solidFill>
              </a:rPr>
              <a:t>CLIPNOSIS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C2801-E692-475E-BE10-CFEC7154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SHORT-FORM VIDEO / IOS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33F84-957D-484F-AD31-901110EB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685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9090B"/>
                </a:solidFill>
              </a:defRPr>
            </a:pPr>
            <a:r>
              <a:rPr sz="4650" b="1">
                <a:solidFill>
                  <a:srgbClr val="09090B"/>
                </a:solidFill>
              </a:rPr>
              <a:t>Think it.</a:t>
            </a:r>
          </a:p>
          <a:p xmlns:a="http://schemas.openxmlformats.org/drawingml/2006/main">
            <a:pPr>
              <a:defRPr sz="4650" b="1">
                <a:solidFill>
                  <a:srgbClr val="09090B"/>
                </a:solidFill>
              </a:defRPr>
            </a:pPr>
            <a:r>
              <a:rPr sz="4650" b="1">
                <a:solidFill>
                  <a:srgbClr val="09090B"/>
                </a:solidFill>
              </a:rPr>
              <a:t>See it.</a:t>
            </a:r>
          </a:p>
          <a:p xmlns:a="http://schemas.openxmlformats.org/drawingml/2006/main">
            <a:pPr>
              <a:defRPr sz="4650" b="1">
                <a:solidFill>
                  <a:srgbClr val="09090B"/>
                </a:solidFill>
              </a:defRPr>
            </a:pPr>
            <a:r>
              <a:rPr sz="4650" b="1">
                <a:solidFill>
                  <a:srgbClr val="09090B"/>
                </a:solidFill>
              </a:rPr>
              <a:t>Ship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313D6-64DA-4B20-A912-AD26D1B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25B"/>
                </a:solidFill>
              </a:defRPr>
            </a:pPr>
            <a:r>
              <a:rPr sz="1800">
                <a:solidFill>
                  <a:srgbClr val="52525B"/>
                </a:solidFill>
              </a:rPr>
              <a:t>Clipnosis grades every take on your phone, sends keepers to desktop Studio, and returns a finished 1080x1920 reel ready to share.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3AEB0-B968-488B-B57E-02C9D48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3E635"/>
                </a:solidFill>
              </a:defRPr>
            </a:pPr>
            <a:r>
              <a:rPr sz="3300" b="1">
                <a:solidFill>
                  <a:srgbClr val="A3E635"/>
                </a:solidFill>
              </a:rPr>
              <a:t>0.8s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6BEE2-986B-424B-BB23-4A7E69D2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verdict latency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56F3D-C6EC-4AE3-A6AB-9DAB302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72B6"/>
                </a:solidFill>
              </a:defRPr>
            </a:pPr>
            <a:r>
              <a:rPr sz="3300" b="1">
                <a:solidFill>
                  <a:srgbClr val="F472B6"/>
                </a:solidFill>
              </a:rPr>
              <a:t>82%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6DB3A-F21C-43E5-835C-0CDD3F13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keeper rate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FE665-5518-4302-A4A4-1F116DB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D3EE"/>
                </a:solidFill>
              </a:defRPr>
            </a:pPr>
            <a:r>
              <a:rPr sz="3300" b="1">
                <a:solidFill>
                  <a:srgbClr val="22D3EE"/>
                </a:solidFill>
              </a:rPr>
              <a:t>38s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61834-ED21-4E67-AE85-1D590EBB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auto-edit loop</a:t>
            </a:r>
          </a:p>
        </p:txBody>
      </p:sp>
    </p:spTree>
    <p:extLst>
      <p:ext uri="{BB962C8B-B14F-4D97-AF65-F5344CB8AC3E}">
        <p14:creationId xmlns:p14="http://schemas.microsoft.com/office/powerpoint/2010/main" val="811853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F076B-B792-4DA7-B5CB-D35BF6F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8705-9D7D-442A-8299-E26AD20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8B7F3-A8A3-42C7-861E-48B5467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Short-form creation is trapped between capture and edit.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7799B-FBCA-4B27-92A8-EAB9B66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EE7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D2123-CD4B-4F2A-891D-CC078D9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Too many 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73478-D75F-43DF-8D0C-E50CDA66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Creators record fast, then lose time deciding what is usable.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51ED7-F8BC-4FA9-81EF-CA0E2B9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F2F8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285E3-8F44-4BAC-82CE-53600D66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Editing breaks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69981-67DD-499C-B5FE-860EB3E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Manual trimming, captions, b-roll, and beat matching slow every post.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68C11-6187-49F7-80BC-5BBBD457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93D4-7903-4116-BC75-564314B6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Mobile and desktop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F2B61-F025-400C-9045-41A6C49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The best capture device and the best editing workspace rarely feel connected.</a:t>
            </a:r>
          </a:p>
        </p:txBody>
      </p:sp>
    </p:spTree>
    <p:extLst>
      <p:ext uri="{BB962C8B-B14F-4D97-AF65-F5344CB8AC3E}">
        <p14:creationId xmlns:p14="http://schemas.microsoft.com/office/powerpoint/2010/main" val="644449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93A26-4114-4EF3-B119-8FA991B1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3A497-F175-4943-83B8-0DADF1CD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D39FD-68D0-4C8F-8721-C290B26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Clipnosis turns the edit into an intelligent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01311-CD2F-4C50-BA9D-F3EB348F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25B"/>
                </a:solidFill>
              </a:defRPr>
            </a:pPr>
            <a:r>
              <a:rPr sz="1800">
                <a:solidFill>
                  <a:srgbClr val="52525B"/>
                </a:solidFill>
              </a:rPr>
              <a:t>Creators keep recording on the phone. Clipnosis scores each take, moves only the best clips into Studio, and assembles the reel with captions, trims, audio beats, and b-roll.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4895-7FDE-4D55-9D40-BB565D6A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3E635"/>
                </a:solidFill>
              </a:defRPr>
            </a:pPr>
            <a:r>
              <a:rPr sz="2700" b="1">
                <a:solidFill>
                  <a:srgbClr val="A3E6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AA392-DDAD-4C35-840E-889C0AB8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Grade 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DF241-58D6-458C-AEBE-AC120AC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On-phone verdicts surface the best moments.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24ACD-606D-45CA-B27B-5330CAD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72B6"/>
                </a:solidFill>
              </a:defRPr>
            </a:pPr>
            <a:r>
              <a:rPr sz="2700" b="1">
                <a:solidFill>
                  <a:srgbClr val="F472B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7CCEC-ECA7-41AC-BAEC-C73E79DE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Auto-build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98B03-1AA3-4702-A6CA-643EEE6D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Studio assembles a draft around pacing and hooks.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7C976-F819-47CA-8B22-2FD81117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D3EE"/>
                </a:solidFill>
              </a:defRPr>
            </a:pPr>
            <a:r>
              <a:rPr sz="2700" b="1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E573C-F55E-437E-BBC9-90306EC6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9090B"/>
                </a:solidFill>
              </a:defRPr>
            </a:pPr>
            <a:r>
              <a:rPr sz="1950" b="1">
                <a:solidFill>
                  <a:srgbClr val="09090B"/>
                </a:solidFill>
              </a:rPr>
              <a:t>Ship 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8F863-0971-4DAA-95C1-070CC00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57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The final vertical reel returns ready to post.</a:t>
            </a:r>
          </a:p>
        </p:txBody>
      </p:sp>
    </p:spTree>
    <p:extLst>
      <p:ext uri="{BB962C8B-B14F-4D97-AF65-F5344CB8AC3E}">
        <p14:creationId xmlns:p14="http://schemas.microsoft.com/office/powerpoint/2010/main" val="1138976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739F4F-88E5-4A2C-B721-D60274A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249DA-9349-4115-8E45-86BA595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47A87-4117-457F-BB00-D58ADDE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A cross-device workflow built around creator speed.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1ADF-FCE8-4016-BC54-EDCB576D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305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8F280-DE09-4E05-A20F-CE10B62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Phone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407BE-BC5E-49A0-B769-F22ABA4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Raw takes, clips, and ideas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0CAA1-33BA-4D7A-9660-5C6363EB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525B"/>
                </a:solidFill>
              </a:defRPr>
            </a:pPr>
            <a:r>
              <a:rPr sz="2100" b="1">
                <a:solidFill>
                  <a:srgbClr val="52525B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4A6DC-9B4E-4FCE-94B5-F190EBBE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305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AFDCB-1456-4811-A88A-C5AF2EC7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90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Clipnosis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AF4BE-5D5B-4064-9042-A57DC59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481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Perfect, keep, or dud verdicts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4A881-055B-4198-AF4B-ADE0795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525B"/>
                </a:solidFill>
              </a:defRPr>
            </a:pPr>
            <a:r>
              <a:rPr sz="2100" b="1">
                <a:solidFill>
                  <a:srgbClr val="52525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6CC02-9867-4A2E-9BF1-3E686E33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305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64C6D-A455-46CA-B624-5339616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Desktop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88944-B7F4-4D58-9D7C-3A3406E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Trims, captions, b-roll, audio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9660A-ADCF-488A-9DF4-51817C9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525B"/>
                </a:solidFill>
              </a:defRPr>
            </a:pPr>
            <a:r>
              <a:rPr sz="2100" b="1">
                <a:solidFill>
                  <a:srgbClr val="52525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C7B90-7FF4-4338-B15E-1887D98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305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87E87-F580-44A5-B21A-D1AA7C21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90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090B"/>
                </a:solidFill>
              </a:defRPr>
            </a:pPr>
            <a:r>
              <a:rPr sz="1800" b="1">
                <a:solidFill>
                  <a:srgbClr val="09090B"/>
                </a:solidFill>
              </a:rPr>
              <a:t>Phone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6A13B-34DA-4875-8EE0-8FB8213D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525B"/>
                </a:solidFill>
              </a:defRPr>
            </a:pPr>
            <a:r>
              <a:rPr sz="1275">
                <a:solidFill>
                  <a:srgbClr val="52525B"/>
                </a:solidFill>
              </a:rPr>
              <a:t>1080x1920 reel, ready to share</a:t>
            </a:r>
          </a:p>
        </p:txBody>
      </p:sp>
    </p:spTree>
    <p:extLst>
      <p:ext uri="{BB962C8B-B14F-4D97-AF65-F5344CB8AC3E}">
        <p14:creationId xmlns:p14="http://schemas.microsoft.com/office/powerpoint/2010/main" val="1419096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03A1A-7EF7-4340-A977-0F35B1F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4A3D8-FF60-4D8C-9079-69828EA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9F59A-C797-461B-B5DC-EC1DDAB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The wedge is clip judgment before full editing.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4BCEF-5742-4F3F-AAE3-38969377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25B"/>
                </a:solidFill>
              </a:defRPr>
            </a:pPr>
            <a:r>
              <a:rPr sz="1800">
                <a:solidFill>
                  <a:srgbClr val="52525B"/>
                </a:solidFill>
              </a:rPr>
              <a:t>Clipnosis starts where creators feel the most drag: deciding what footage is worth editing.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1A43-2849-4EAC-8C23-DF24E955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3E635"/>
                </a:solidFill>
              </a:defRPr>
            </a:pPr>
            <a:r>
              <a:rPr sz="3300" b="1">
                <a:solidFill>
                  <a:srgbClr val="A3E635"/>
                </a:solidFill>
              </a:rPr>
              <a:t>Perfect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85CB3-6B34-4562-8CF2-AE3E6F9C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strong hook, clean 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AF727-A770-4257-AC2C-ECE5AD3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D3EE"/>
                </a:solidFill>
              </a:defRPr>
            </a:pPr>
            <a:r>
              <a:rPr sz="3300" b="1">
                <a:solidFill>
                  <a:srgbClr val="22D3EE"/>
                </a:solidFill>
              </a:rPr>
              <a:t>Keep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2DB7E-3D95-4CFC-8497-43D60BF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usable moment for a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B2785-9FFB-4CAB-85B9-A3D660D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72B6"/>
                </a:solidFill>
              </a:defRPr>
            </a:pPr>
            <a:r>
              <a:rPr sz="3300" b="1">
                <a:solidFill>
                  <a:srgbClr val="F472B6"/>
                </a:solidFill>
              </a:rPr>
              <a:t>Dud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226A8-39B8-4EE7-9CE5-7BB2E37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</a:defRPr>
            </a:pPr>
            <a:r>
              <a:rPr sz="1350">
                <a:solidFill>
                  <a:srgbClr val="52525B"/>
                </a:solidFill>
              </a:rPr>
              <a:t>discard before it reaches Studio</a:t>
            </a:r>
          </a:p>
        </p:txBody>
      </p:sp>
    </p:spTree>
    <p:extLst>
      <p:ext uri="{BB962C8B-B14F-4D97-AF65-F5344CB8AC3E}">
        <p14:creationId xmlns:p14="http://schemas.microsoft.com/office/powerpoint/2010/main" val="22977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01801-E742-41FF-912A-4DC78879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CA4EF-3C14-42F4-B55C-0C6D14F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348AE-25D5-4F63-B43E-04AC100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A tool for creators who publish often, not occasionally.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5DCAF-A2D7-402B-8557-C865458D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E635"/>
                </a:solidFill>
              </a:defRPr>
            </a:pPr>
            <a:r>
              <a:rPr sz="1950" b="1">
                <a:solidFill>
                  <a:srgbClr val="A3E635"/>
                </a:solidFill>
              </a:rPr>
              <a:t>Initial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43AF4-771B-4EF8-BB87-1D311A63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9090B"/>
                </a:solidFill>
              </a:defRPr>
            </a:pPr>
            <a:r>
              <a:rPr sz="1650">
                <a:solidFill>
                  <a:srgbClr val="09090B"/>
                </a:solidFill>
              </a:rPr>
              <a:t>Solo creators, founders, coaches, trainers, and operators posting vertical video.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71C71-E341-40F3-94BA-F2387EA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72B6"/>
                </a:solidFill>
              </a:defRPr>
            </a:pPr>
            <a:r>
              <a:rPr sz="1950" b="1">
                <a:solidFill>
                  <a:srgbClr val="F472B6"/>
                </a:solidFill>
              </a:rPr>
              <a:t>Core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FCB1D-F059-4F08-AC2D-F482135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9090B"/>
                </a:solidFill>
              </a:defRPr>
            </a:pPr>
            <a:r>
              <a:rPr sz="1650">
                <a:solidFill>
                  <a:srgbClr val="09090B"/>
                </a:solidFill>
              </a:rPr>
              <a:t>Time currently spent on manual editing, outsourced edits, templates, and caption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663B2-6B72-487F-9AEE-ABEE5699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74399-A465-43B4-A4BE-593B5E71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9090B"/>
                </a:solidFill>
              </a:defRPr>
            </a:pPr>
            <a:r>
              <a:rPr sz="1650">
                <a:solidFill>
                  <a:srgbClr val="09090B"/>
                </a:solidFill>
              </a:rPr>
              <a:t>Team workflows, brand kits, shared Studio projects, and performance-aware edits.</a:t>
            </a:r>
          </a:p>
        </p:txBody>
      </p:sp>
    </p:spTree>
    <p:extLst>
      <p:ext uri="{BB962C8B-B14F-4D97-AF65-F5344CB8AC3E}">
        <p14:creationId xmlns:p14="http://schemas.microsoft.com/office/powerpoint/2010/main" val="4801084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AAC60-8C42-4DF7-92BE-0333807C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A5EC4-3605-4504-8795-ECBE90E5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2CA4-BF12-47E1-B71C-C2396C44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The creator stack is ready for assistive editing.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3563-AC0D-4892-B7B6-D42A829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E635"/>
                </a:solidFill>
              </a:defRPr>
            </a:pPr>
            <a:r>
              <a:rPr sz="2250" b="1">
                <a:solidFill>
                  <a:srgbClr val="A3E6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E127D-9E15-42D4-904D-9B43C20F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9090B"/>
                </a:solidFill>
              </a:defRPr>
            </a:pPr>
            <a:r>
              <a:rPr sz="1950">
                <a:solidFill>
                  <a:srgbClr val="09090B"/>
                </a:solidFill>
              </a:rPr>
              <a:t>Short-form formats reward speed, volume, and iteration.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1A341-773A-4808-AB75-449EEFEB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2B6"/>
                </a:solidFill>
              </a:defRPr>
            </a:pPr>
            <a:r>
              <a:rPr sz="2250" b="1">
                <a:solidFill>
                  <a:srgbClr val="F472B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8C65F-EE8B-4DD1-9C7C-D4293068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9090B"/>
                </a:solidFill>
              </a:defRPr>
            </a:pPr>
            <a:r>
              <a:rPr sz="1950">
                <a:solidFill>
                  <a:srgbClr val="09090B"/>
                </a:solidFill>
              </a:rPr>
              <a:t>On-device capture creates rich signals before clips ever reach an editor.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EE34C-5945-43E1-A756-577D881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D3EE"/>
                </a:solidFill>
              </a:defRPr>
            </a:pPr>
            <a:r>
              <a:rPr sz="225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E6B10-827F-49A8-B73A-AD3AF69D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9090B"/>
                </a:solidFill>
              </a:defRPr>
            </a:pPr>
            <a:r>
              <a:rPr sz="1950">
                <a:solidFill>
                  <a:srgbClr val="09090B"/>
                </a:solidFill>
              </a:rPr>
              <a:t>AI-assisted editing can now reason about pacing, captions, hooks, and beats.</a:t>
            </a:r>
          </a:p>
        </p:txBody>
      </p:sp>
    </p:spTree>
    <p:extLst>
      <p:ext uri="{BB962C8B-B14F-4D97-AF65-F5344CB8AC3E}">
        <p14:creationId xmlns:p14="http://schemas.microsoft.com/office/powerpoint/2010/main" val="2116737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B3BD2-F279-408C-A867-08848AB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CE3B0-7C59-4F6B-B9BA-EA88FDD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1E930-ACF4-4074-8014-DFA760F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Start free in beta, then monetize workflow intensity.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C7ACB-855A-4BBB-8ECA-5FE292A8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E635"/>
                </a:solidFill>
              </a:defRPr>
            </a:pPr>
            <a:r>
              <a:rPr sz="2100" b="1">
                <a:solidFill>
                  <a:srgbClr val="A3E635"/>
                </a:solidFill>
              </a:rPr>
              <a:t>Free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9BF88-EB1B-42A6-80B9-FBB310B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525B"/>
                </a:solidFill>
              </a:defRPr>
            </a:pPr>
            <a:r>
              <a:rPr sz="1425">
                <a:solidFill>
                  <a:srgbClr val="52525B"/>
                </a:solidFill>
              </a:rPr>
              <a:t>Acquire creators, learn scoring signals, and refine the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36C1C-67E9-4163-BDEC-4FA7A4E9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72B6"/>
                </a:solidFill>
              </a:defRPr>
            </a:pPr>
            <a:r>
              <a:rPr sz="2100" b="1">
                <a:solidFill>
                  <a:srgbClr val="F472B6"/>
                </a:solidFill>
              </a:rPr>
              <a:t>Pro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17D52-768C-4D8A-AD3F-A1C387D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525B"/>
                </a:solidFill>
              </a:defRPr>
            </a:pPr>
            <a:r>
              <a:rPr sz="1425">
                <a:solidFill>
                  <a:srgbClr val="52525B"/>
                </a:solidFill>
              </a:rPr>
              <a:t>Unlimited projects, faster exports, brand kits, caption styles, and Studio automation.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7A82B-34DD-4497-BBDA-9DE7BAA1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1C138-7B9E-4331-AC61-C2540A3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525B"/>
                </a:solidFill>
              </a:defRPr>
            </a:pPr>
            <a:r>
              <a:rPr sz="1425">
                <a:solidFill>
                  <a:srgbClr val="52525B"/>
                </a:solidFill>
              </a:rPr>
              <a:t>Shared collections, review flows, and managed creator pipelines.</a:t>
            </a:r>
          </a:p>
        </p:txBody>
      </p:sp>
    </p:spTree>
    <p:extLst>
      <p:ext uri="{BB962C8B-B14F-4D97-AF65-F5344CB8AC3E}">
        <p14:creationId xmlns:p14="http://schemas.microsoft.com/office/powerpoint/2010/main" val="415565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37A79-2C0F-4C6B-BAB6-E3F8C8A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2293-620A-46B3-8869-CFC37C08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3113F-AA9B-4271-97B9-6FE46C9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Milestones focus on proof, retention, and export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36100-D1B1-43A9-8C8B-1A881EC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E635"/>
                </a:solidFill>
              </a:defRPr>
            </a:pPr>
            <a:r>
              <a:rPr sz="2250" b="1">
                <a:solidFill>
                  <a:srgbClr val="A3E635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7885F-1E60-4558-AE79-B88A1C4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908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9090B"/>
                </a:solidFill>
              </a:defRPr>
            </a:pPr>
            <a:r>
              <a:rPr sz="1875">
                <a:solidFill>
                  <a:srgbClr val="09090B"/>
                </a:solidFill>
              </a:rPr>
              <a:t>iOS beta, clip grading, local workspace, Studio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2F0B1-223B-4702-9D94-3E6F964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2B6"/>
                </a:solidFill>
              </a:defRPr>
            </a:pPr>
            <a:r>
              <a:rPr sz="2250" b="1">
                <a:solidFill>
                  <a:srgbClr val="F472B6"/>
                </a:solidFill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9FC81-6262-472D-BBB5-15F88EA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9090B"/>
                </a:solidFill>
              </a:defRPr>
            </a:pPr>
            <a:r>
              <a:rPr sz="1875">
                <a:solidFill>
                  <a:srgbClr val="09090B"/>
                </a:solidFill>
              </a:rPr>
              <a:t>Caption style controls, b-roll drops, audio beat matching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D478-5746-470E-B0F2-C752B0A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D3EE"/>
                </a:solidFill>
              </a:defRPr>
            </a:pPr>
            <a:r>
              <a:rPr sz="2250" b="1">
                <a:solidFill>
                  <a:srgbClr val="22D3EE"/>
                </a:solidFill>
              </a:rPr>
              <a:t>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31F8E-42A9-44AE-847F-BC3BBD8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244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9090B"/>
                </a:solidFill>
              </a:defRPr>
            </a:pPr>
            <a:r>
              <a:rPr sz="1875">
                <a:solidFill>
                  <a:srgbClr val="09090B"/>
                </a:solidFill>
              </a:rPr>
              <a:t>Performance learning, team spaces, repeatable creator templates</a:t>
            </a:r>
          </a:p>
        </p:txBody>
      </p:sp>
    </p:spTree>
    <p:extLst>
      <p:ext uri="{BB962C8B-B14F-4D97-AF65-F5344CB8AC3E}">
        <p14:creationId xmlns:p14="http://schemas.microsoft.com/office/powerpoint/2010/main" val="1811872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BE7B4-0AC9-4DC9-9A3F-7A6251D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DA60F-83EA-478E-B201-C6FEBC1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525B"/>
                </a:solidFill>
              </a:defRPr>
            </a:pPr>
            <a:r>
              <a:rPr sz="1200" b="1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FCFEE-1548-42DF-BE92-48589930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9090B"/>
                </a:solidFill>
              </a:defRPr>
            </a:pPr>
            <a:r>
              <a:rPr sz="3450" b="1">
                <a:solidFill>
                  <a:srgbClr val="09090B"/>
                </a:solidFill>
              </a:rPr>
              <a:t>Help Clipnosis prove the creator edit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FEE9F-FD20-41AC-986A-0537DD96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25B"/>
                </a:solidFill>
              </a:defRPr>
            </a:pPr>
            <a:r>
              <a:rPr sz="1800">
                <a:solidFill>
                  <a:srgbClr val="52525B"/>
                </a:solidFill>
              </a:rPr>
              <a:t>We are looking for beta creators, design partners, and early capital to validate retention, improve automated edit quality, and ship the full phone-to-Studio-to-phone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D5514-AA7B-4B4E-A857-26C7D1E9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9090B"/>
                </a:solidFill>
              </a:defRPr>
            </a:pPr>
            <a:r>
              <a:rPr sz="3300" b="1">
                <a:solidFill>
                  <a:srgbClr val="09090B"/>
                </a:solidFill>
              </a:rPr>
              <a:t>Clipnosis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05BFF-7F54-4BEE-8E87-B6DFCF8A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25B"/>
                </a:solidFill>
              </a:defRPr>
            </a:pPr>
            <a:r>
              <a:rPr sz="1650">
                <a:solidFill>
                  <a:srgbClr val="52525B"/>
                </a:solidFill>
              </a:rPr>
              <a:t>Think it. See it. Ship it.</a:t>
            </a:r>
          </a:p>
        </p:txBody>
      </p:sp>
    </p:spTree>
    <p:extLst>
      <p:ext uri="{BB962C8B-B14F-4D97-AF65-F5344CB8AC3E}">
        <p14:creationId xmlns:p14="http://schemas.microsoft.com/office/powerpoint/2010/main" val="866125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2026-06-22T20:50:01.8430000Z</dcterms:created>
  <dcterms:modified xsi:type="dcterms:W3CDTF">2026-06-22T20:50:01.8430000Z</dcterms:modified>
</coreProperties>
</file>